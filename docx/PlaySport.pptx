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2" r:id="rId7"/>
    <p:sldId id="267" r:id="rId8"/>
    <p:sldId id="268" r:id="rId9"/>
    <p:sldId id="269" r:id="rId10"/>
    <p:sldId id="270" r:id="rId11"/>
    <p:sldId id="262" r:id="rId12"/>
    <p:sldId id="263" r:id="rId13"/>
    <p:sldId id="274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4A5B6-48AA-422B-8CBD-B64CF3C4E13C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4F3CE-3CF5-4ACC-999A-56301C403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67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722FD6A-EDED-4AF7-A65C-369DAC7C8082}" type="datetime1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331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8AF0-C872-4CC6-BFBB-685404D71D14}" type="datetime1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60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CA16-952E-4330-BDE4-6CA330C875BC}" type="datetime1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239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B4DF-6E67-43D5-ACC1-E0532D20B25C}" type="datetime1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14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16B3-BBB3-4194-BFB0-848086E0B042}" type="datetime1">
              <a:rPr lang="ru-RU" smtClean="0"/>
              <a:t>13.01.2026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6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35C28-6CF7-45EC-8F88-DC197901DDC9}" type="datetime1">
              <a:rPr lang="ru-RU" smtClean="0"/>
              <a:t>13.01.2026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2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001D-810C-465F-A55B-82E073B5F302}" type="datetime1">
              <a:rPr lang="ru-RU" smtClean="0"/>
              <a:t>13.01.2026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17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DBF3C-AB85-412C-AFFD-6520A84E7FC8}" type="datetime1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27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CC66-B765-40D6-BB45-C861D67A1C88}" type="datetime1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48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19A0-32BD-4D15-96EF-1B3A9682B925}" type="datetime1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84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2251-AE30-4F9C-9ADC-B4F2F438F4E7}" type="datetime1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4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5FEEB3F-D756-4B69-B518-99D468EB6046}" type="datetime1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98D9817-F821-4223-B6E5-A449B323D9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43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ffulf/PlaySpor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3CC3FC-60B5-4A2A-8985-39D79F7C6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6116" y="6186447"/>
            <a:ext cx="904279" cy="41947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2026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124F94-504E-4313-9EB3-0C38E1D6D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630" y="0"/>
            <a:ext cx="5302370" cy="1767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7D2663-9FA0-4C59-9C1D-CC49DB0BFD52}"/>
              </a:ext>
            </a:extLst>
          </p:cNvPr>
          <p:cNvSpPr txBox="1"/>
          <p:nvPr/>
        </p:nvSpPr>
        <p:spPr>
          <a:xfrm>
            <a:off x="1863970" y="3321046"/>
            <a:ext cx="8464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для управления фитнес-активностью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080D4-3DA1-4F1D-AEF6-3ECE62280FE0}"/>
              </a:ext>
            </a:extLst>
          </p:cNvPr>
          <p:cNvSpPr txBox="1"/>
          <p:nvPr/>
        </p:nvSpPr>
        <p:spPr>
          <a:xfrm>
            <a:off x="8501078" y="4589576"/>
            <a:ext cx="33156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Ширяева Ю.А.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 2023-ФГиИБ-ИСиТ-1б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Преподаватель: Лазуренко Н.С.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BD9B369-F282-46DB-A55F-B0E51F40B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444" y="2348664"/>
            <a:ext cx="3811110" cy="9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3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5A88A-8879-48B5-A224-DD464985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30249"/>
            <a:ext cx="9692640" cy="761704"/>
          </a:xfrm>
        </p:spPr>
        <p:txBody>
          <a:bodyPr>
            <a:normAutofit/>
          </a:bodyPr>
          <a:lstStyle/>
          <a:p>
            <a:r>
              <a:rPr lang="ru-RU" sz="4000" dirty="0"/>
              <a:t>Основные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FF4BD-0122-4DBF-94F3-CBF1EFF9A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521" y="1531799"/>
            <a:ext cx="8595360" cy="4937263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аутентификация пользователей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Учёт тренировок (бег, велосипед, силовые)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и отслеживание целей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по калориям и активности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RESTful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для интеграции с мобильными приложениями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E1A1AD-F03F-4A97-9627-F70FDFDA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004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91EEE-6EEC-4146-AC8A-5FEDAD91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93" y="508607"/>
            <a:ext cx="8533779" cy="823847"/>
          </a:xfrm>
        </p:spPr>
        <p:txBody>
          <a:bodyPr>
            <a:normAutofit/>
          </a:bodyPr>
          <a:lstStyle/>
          <a:p>
            <a:r>
              <a:rPr lang="ru-RU" sz="4000" dirty="0"/>
              <a:t>Архитектура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BFC9F8-0793-4BEC-94BB-1DDA3250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B48EC-EB1A-4DA6-88AA-344BD60D1423}"/>
              </a:ext>
            </a:extLst>
          </p:cNvPr>
          <p:cNvSpPr txBox="1"/>
          <p:nvPr/>
        </p:nvSpPr>
        <p:spPr>
          <a:xfrm>
            <a:off x="1098493" y="1552191"/>
            <a:ext cx="790334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модель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MVC (Model-View-Controller)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Самописный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HTTP-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 на </a:t>
            </a: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Многопоточная обработка запросов (</a:t>
            </a:r>
            <a:r>
              <a:rPr lang="en-US" sz="240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TaskQueue</a:t>
            </a: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Паттерны: </a:t>
            </a: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Singleton, Factory, Strategy, Observer</a:t>
            </a:r>
          </a:p>
          <a:p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889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3D43D-8512-4065-A7D2-756BAC55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81300"/>
          </a:xfrm>
        </p:spPr>
        <p:txBody>
          <a:bodyPr>
            <a:normAutofit/>
          </a:bodyPr>
          <a:lstStyle/>
          <a:p>
            <a:r>
              <a:rPr lang="ru-RU" sz="4000" dirty="0"/>
              <a:t> Ключевые сущности (</a:t>
            </a:r>
            <a:r>
              <a:rPr lang="en-US" sz="4000" dirty="0"/>
              <a:t>Model)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808068-B3B8-4710-85E2-ED3C6868F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284800" cy="435133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– данные пользователя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Workout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информация о тренировке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спортивные цели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 – основной формат обмена данными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21C56D-B013-48B7-8D52-DDC40041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61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1B51B-36DD-4B31-B911-AA5BCF63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77114"/>
          </a:xfrm>
        </p:spPr>
        <p:txBody>
          <a:bodyPr>
            <a:normAutofit/>
          </a:bodyPr>
          <a:lstStyle/>
          <a:p>
            <a:r>
              <a:rPr lang="ru-RU" sz="4000" dirty="0"/>
              <a:t>Безопасность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2F77DF-FFF7-40C8-9689-C8A8A223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99" y="1677881"/>
            <a:ext cx="8595360" cy="4351337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Хеширование паролей с солью</a:t>
            </a:r>
          </a:p>
          <a:p>
            <a:pPr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JWT-токены для сессий</a:t>
            </a:r>
          </a:p>
          <a:p>
            <a:pPr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от CSRF, XSS, SQL-инъекций</a:t>
            </a:r>
          </a:p>
          <a:p>
            <a:pPr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входных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E52544-EBCB-4F25-9AD0-538EE4EA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61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91EEE-6EEC-4146-AC8A-5FEDAD91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93" y="508607"/>
            <a:ext cx="8533779" cy="823847"/>
          </a:xfrm>
        </p:spPr>
        <p:txBody>
          <a:bodyPr>
            <a:normAutofit/>
          </a:bodyPr>
          <a:lstStyle/>
          <a:p>
            <a:r>
              <a:rPr lang="ru-RU" sz="4000" dirty="0" err="1"/>
              <a:t>Фронтенд</a:t>
            </a:r>
            <a:r>
              <a:rPr lang="ru-RU" sz="4000" dirty="0"/>
              <a:t> (</a:t>
            </a:r>
            <a:r>
              <a:rPr lang="en-US" sz="4000" dirty="0"/>
              <a:t>Vue.js)</a:t>
            </a:r>
            <a:endParaRPr lang="ru-RU" sz="4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BFC9F8-0793-4BEC-94BB-1DDA3250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B48EC-EB1A-4DA6-88AA-344BD60D1423}"/>
              </a:ext>
            </a:extLst>
          </p:cNvPr>
          <p:cNvSpPr txBox="1"/>
          <p:nvPr/>
        </p:nvSpPr>
        <p:spPr>
          <a:xfrm>
            <a:off x="1098493" y="1685356"/>
            <a:ext cx="79033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 (Single Page Application)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ru-RU" sz="240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виджетами статистики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Динамические формы и валидация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ru-RU" sz="2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дизайн для мобильных устройств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ru-RU" sz="240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457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87279-0B8D-4566-9783-E6FA8A8B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Конфигурация и развёртывание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399BB0-C4DA-4749-8D01-84417E668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17725"/>
            <a:ext cx="8595360" cy="435133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Конфигурация через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Singleton (config.ini)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Сборка через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CMake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Поддержка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Windows 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Linux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Порт 8080 для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HTTP-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сервера</a:t>
            </a:r>
            <a:br>
              <a:rPr lang="ru-RU" sz="2400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9640B1-0FA7-487C-B84F-5A38759F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72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34B4B-86C2-40BE-989E-E7F19D61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Мониторинг и логирование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B294FD-001B-441B-A5D9-3FB0736DE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829" y="2032987"/>
            <a:ext cx="8595360" cy="308943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Встроенная система логирования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/health, 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/metrics)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5F5F40-6EB9-4AC2-9361-EE0EDE79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99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9A60E-C1CE-4FD1-9A63-30ED107E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221C9-9688-4486-AFDA-89C531989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(C++17)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Модульность и масштабируемость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Чистая архитектура с MVC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Кроссплатформенность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4857C1-3B43-4EF2-A30B-F1104FF8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22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963A8-D6C8-49A2-BED6-8D0C32A6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87FA92-73A3-4C94-AB08-2CD27296A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Интеграция с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wearable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-устройствами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AI для персонализированных рекомендаций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Поддержка внешних СУБД (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PostgreSQL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/MySQL)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372C77-7854-46AD-9008-2F433F20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08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9BA124-CF5E-4E18-8BEB-155D7C99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508337-4F59-4D8C-8D6B-8F2CE0F3B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6363" y="271848"/>
            <a:ext cx="3576661" cy="59003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1E4736-B8A2-4AC5-956E-0787191C0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3293" y="220807"/>
            <a:ext cx="4970045" cy="595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19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948586-4AB3-42EE-8ADE-CC4572AE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12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EEC0A3-F1EB-4C80-A154-9FF79BB18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663" y="308732"/>
            <a:ext cx="10242848" cy="555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FD6A5DA8-C5B2-4E66-98D4-7EAA63E7E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66" y="1646934"/>
            <a:ext cx="9615716" cy="3816137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FF2329-422A-4D75-8622-D176269A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77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4DAF5-DAA6-4676-AE31-EC65C575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Контакты: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D4A40-ABC4-4271-BCE7-3BB0A12AE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2441359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Репозиторий: </a:t>
            </a:r>
            <a:r>
              <a:rPr lang="ru-RU" sz="2400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https://github.com/Giffulf/PlaySport.git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Версия: 1.0.0 (Январь 2026)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4DB09C-CAA6-40E5-A04E-7E937094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98D9817-F821-4223-B6E5-A449B323D913}" type="slidenum">
              <a:rPr lang="ru-RU" smtClean="0"/>
              <a:t>14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9F43C-CED5-4272-B7DD-D44618A3F0A0}"/>
              </a:ext>
            </a:extLst>
          </p:cNvPr>
          <p:cNvSpPr txBox="1"/>
          <p:nvPr/>
        </p:nvSpPr>
        <p:spPr>
          <a:xfrm>
            <a:off x="5779809" y="5525869"/>
            <a:ext cx="6143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подготовлена на основе технического проекта от 13.01.2026</a:t>
            </a:r>
          </a:p>
        </p:txBody>
      </p:sp>
    </p:spTree>
    <p:extLst>
      <p:ext uri="{BB962C8B-B14F-4D97-AF65-F5344CB8AC3E}">
        <p14:creationId xmlns:p14="http://schemas.microsoft.com/office/powerpoint/2010/main" val="1411255783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111</TotalTime>
  <Words>278</Words>
  <Application>Microsoft Office PowerPoint</Application>
  <PresentationFormat>Широкоэкранный</PresentationFormat>
  <Paragraphs>69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Schoolbook</vt:lpstr>
      <vt:lpstr>Courier New</vt:lpstr>
      <vt:lpstr>quote-cjk-patch</vt:lpstr>
      <vt:lpstr>Times New Roman</vt:lpstr>
      <vt:lpstr>Wingdings</vt:lpstr>
      <vt:lpstr>Wingdings 2</vt:lpstr>
      <vt:lpstr>Вид</vt:lpstr>
      <vt:lpstr>Презентация PowerPoint</vt:lpstr>
      <vt:lpstr>Основные возможности</vt:lpstr>
      <vt:lpstr>Архитектура</vt:lpstr>
      <vt:lpstr> Ключевые сущности (Model)</vt:lpstr>
      <vt:lpstr>Безопасность</vt:lpstr>
      <vt:lpstr>Фронтенд (Vue.js)</vt:lpstr>
      <vt:lpstr>Конфигурация и развёртывание</vt:lpstr>
      <vt:lpstr>Мониторинг и логирование</vt:lpstr>
      <vt:lpstr>Преимущества</vt:lpstr>
      <vt:lpstr>Перспективы</vt:lpstr>
      <vt:lpstr>Презентация PowerPoint</vt:lpstr>
      <vt:lpstr>Презентация PowerPoint</vt:lpstr>
      <vt:lpstr>Презентация PowerPoint</vt:lpstr>
      <vt:lpstr>Контакты: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Юлиана Ширяева</dc:creator>
  <cp:lastModifiedBy>Юлиана Ширяева</cp:lastModifiedBy>
  <cp:revision>12</cp:revision>
  <dcterms:created xsi:type="dcterms:W3CDTF">2025-10-29T18:55:42Z</dcterms:created>
  <dcterms:modified xsi:type="dcterms:W3CDTF">2026-01-13T08:20:12Z</dcterms:modified>
</cp:coreProperties>
</file>